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67EEA"/>
                </a:solidFill>
              </a:defRPr>
            </a:pPr>
            <a:r>
              <a:t>Gemini 3 Intelligent Travel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AI-Powered Multi-Step Travel Planning</a:t>
            </a:r>
          </a:p>
        </p:txBody>
      </p:sp>
      <p:sp>
        <p:nvSpPr>
          <p:cNvPr id="4" name="Process 3"/>
          <p:cNvSpPr/>
          <p:nvPr/>
        </p:nvSpPr>
        <p:spPr>
          <a:xfrm>
            <a:off x="3886200" y="1097280"/>
            <a:ext cx="914400" cy="457200"/>
          </a:xfrm>
          <a:prstGeom prst="flowChartProcess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Traditional Travel Chatbots: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🔴 Lack of Context Retention: Agents forget user preferences (budget, origin, travel style)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🔴 Fragmented Ecosystem: Travel planning requires coordinating multiple disconnected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🔴 Static Information: Cannot access real-time inventory, pricing, or live weather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🔴 Generic Recommendations: No personalization based on individual preferences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🔴 Passive Q&amp;A: Only predict next sentence, cannot execute tasks or take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Gemini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Gemini Family of Models: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Advanced Reasoning &amp; Planning: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Breaking complex goals into executable steps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Multi-step task orchestration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Context-aware decision making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Tool Use (MCP &amp; APIs):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Connection to databases and search engines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Real-time booking API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External data source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Multimodal Capabilities: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Analyzing images, videos, and 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Rich multimedia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Visual destination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Thought Signatures: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Maintaining reasoning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Long-horizon task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Stateful conversation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Multi-Step Planning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50292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50292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Parameter</a:t>
            </a:r>
          </a:p>
          <a:p>
            <a:r>
              <a:t>Extraction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960120" y="2606040"/>
            <a:ext cx="274320" cy="91440"/>
          </a:xfrm>
          <a:prstGeom prst="rightArrow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Weather</a:t>
            </a:r>
          </a:p>
          <a:p>
            <a:r>
              <a:t>Check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2606040"/>
            <a:ext cx="274320" cy="91440"/>
          </a:xfrm>
          <a:prstGeom prst="rightArrow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Flight</a:t>
            </a:r>
          </a:p>
          <a:p>
            <a:r>
              <a:t>Search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2606040"/>
            <a:ext cx="274320" cy="91440"/>
          </a:xfrm>
          <a:prstGeom prst="rightArrow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Hotel</a:t>
            </a:r>
          </a:p>
          <a:p>
            <a:r>
              <a:t>Search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72200" y="2606040"/>
            <a:ext cx="274320" cy="91440"/>
          </a:xfrm>
          <a:prstGeom prst="rightArrow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Activity</a:t>
            </a:r>
          </a:p>
          <a:p>
            <a:r>
              <a:t>Curation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60" y="2606040"/>
            <a:ext cx="274320" cy="91440"/>
          </a:xfrm>
          <a:prstGeom prst="rightArrow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80" y="2286000"/>
            <a:ext cx="146304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200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6454F"/>
                </a:solidFill>
              </a:defRPr>
            </a:pPr>
            <a:r>
              <a:t>Itinerary</a:t>
            </a:r>
          </a:p>
          <a:p>
            <a:r>
              <a:t>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Stateful Conversation Management: React state management for context retention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Advanced NLP: Parameter extraction from natural language input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API Orchestration: Sequential and parallel tool execution with progress tracking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Real-time Data Integration: Live pricing, weather, and availability checks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Safety Mechanisms: User confirmation required before financial transactions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✅ Error Handling: Graceful degradation and user-friendly error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🎯 Context 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Persistent state across conversation tracking budget, preferences, and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🔧 Tool Integration: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Unified orchestration of Weather API, Flight Search, Hotel Booking, and Activities APIs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💡 Personalization: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Tailored recommendations based on travel style, budget, and specific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🔒 Security First: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Explicit confirmation required before any booking or payment 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📊 Real-time Updates: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Live processing status with step-by-step progress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🎨 User Experience: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Beautiful gradient-based UI with smooth animations and clear information hierarchy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🏖️ Quick Weekend Getaway: 'Plan a beach trip under $2000 for this weekend'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❤️ Romantic Anniversary: 'Romantic getaway for our anniversary, 5 days, $6000 budget'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⛰️ Adventure Vacation: 'Adventure mountain trip, 1 week, $8000 with hiking activities'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👨‍👩‍👧‍👦 Family Trip: 'Family-friendly beach resort, 4 days, under $5000 with kids activities'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💼 Business Travel: 'Business trip to NYC, 3 days, hotel near conference center'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Demonstrated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Problem Solved: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Context retention across conversation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Coordinated multi-source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Real-time data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Personalized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Active task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Impact: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Reduced planning time from hours to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Increased booking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Better budget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Enhanced user satisfaction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6454F"/>
                </a:solidFill>
              </a:defRPr>
            </a:pPr>
            <a:r>
              <a:t>• Seamless multi-step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🎨 Frontend: React 18+ with modern hooks and state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🤖 AI Integration: Gemini API with tool use and function calling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🔧 APIs: Amadeus (flights/hotels), OpenWeather (weather), Activity providers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💳 Payments: Stripe for secure transaction processing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🎭 UI/UX: Lucide React icons, custom gradient animations, responsive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📊 State Management: React useState and useEffect for stateful conversations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Future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🤝 Multi-Agent Collaboration: Specialized agents for flights, hotels, activities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📚 Learning from Feedback: ML model training on user preferences and ratings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🔔 Proactive Recommendations: Price drop alerts and travel opportunity notifications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💬 Natural Modifications: 'Swap the beach hotel for a mountain resort'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🌍 Multi-language Support: Global accessibility in 50+ languages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📱 Mobile Applications: Native iOS and Android apps with offline capabilities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The Paradigm Shift: Chatbot →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✨ From passive Q&amp;A to active task execution with multi-step planning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🧠 Context-aware reasoning that remembers preferences and constraints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🔗 Unified ecosystem connecting fragmented travel data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⚡ Real-time information access for dynamic pricing and availability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🎯 Personalized experiences tailored to individual travel styles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🔒 Safe and transparent with user confirmation before critical 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6454F"/>
                </a:solidFill>
              </a:defRPr>
            </a:pPr>
            <a:r>
              <a:t>The future of travel planning is intelligent, proactive, and user-centric.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